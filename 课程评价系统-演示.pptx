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82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课程评价系统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646464"/>
                </a:solidFill>
              </a:defRPr>
            </a:pPr>
            <a:r>
              <a:t>人工智能通识课·实践项目</a:t>
            </a:r>
            <a:br/>
            <a:r>
              <a:t>第一类：智能体编程应用开发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项目背景与目标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课程评价是高校教学质量保障的重要环节，传统纸质评教效率低、统计难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本项目开发一套线上课程评价系统，实现评价的实时采集与自动统计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核心目标：构建轻量级、易部署的Web应用，满足日常教学评价需求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技术栈：Python Flask + SQLite + HTML/CSS/JS + ECharts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角色设计与权限分流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学生（Student）：浏览课程、选课、提交评价（1-5星+文字评语）、查看历史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教师（Teacher）：查看评分统计与分布、浏览学生详细评价、导出CSV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管理员（Admin）：课程增删改、用户角色管理、全校数据仪表板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权限控制：基于RBAC模型，不同角色登录后显示完全不同的功能界面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后端API层使用装饰器进行角色校验，防止越权访问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技术架构与数据库设计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B/S三层架构：表现层（HTML/JS）→ 业务逻辑层（Flask）→ 数据层（SQLite）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4张核心数据表：users / courses / enrollments / evaluations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前端通过Fetch API异步调用后端RESTful接口，页面无刷新切换内容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Session-based认证：登录后生成session，各页面加载时验证身份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ECharts CDN集成，实时查询数据库生成可交互图表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-18288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dirty="0" err="1"/>
              <a:t>功能演示（截图</a:t>
            </a:r>
            <a:r>
              <a:rPr dirty="0"/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（此处插入登录页截图）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（此处插入学生端截图 — 选课、评价、历史）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（此处插入教师端截图 — 评分统计、评价列表、CSV导出）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（此处插入管理员端截图 — 课程管理、用户管理、数据仪表板）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2AB9049-18F7-9C03-FC4F-B5E978172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1769"/>
            <a:ext cx="4860985" cy="303811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06C130A-22C6-588F-3D8F-5A84D5A91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3819884"/>
            <a:ext cx="4860986" cy="303811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69A7D796-B6B9-5570-E340-377EA09DB4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0985" y="333684"/>
            <a:ext cx="5346358" cy="334147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6313D92F-9409-EFD7-18AF-2C93CE6422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0985" y="3675157"/>
            <a:ext cx="5077967" cy="317372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数据可视化（ECharts）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课程平均评分排名柱状图 — 直观比较各课程评价水平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评分分布饼图 — 展示1-5星评价的数量和占比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选课人数对比图 — 各课程热度一目了然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所有图表支持交互式tooltip悬停查看详情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（此处插入ECharts图表截图）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DF1613D-63B4-997B-0CCC-90CABDDF19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2260" y="2328837"/>
            <a:ext cx="6515141" cy="40719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GitHub仓库与代码管理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仓库地址：https://github.com/cty23/project（公开）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完整项目结构：backend / frontend / database / README / requirements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包含完整运行说明：环境要求、安装步骤、启动方法、测试账号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版本控制：Git + SSH密钥认证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（此处插入GitHub仓库截图）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6851F14-1D71-821F-C582-886DE2875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0680" y="2537252"/>
            <a:ext cx="6620589" cy="41378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已完成：3角色权限分流、每角色3+核心功能、ECharts数据可视化、GitHub公开仓库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技术收获：实践了AI辅助编程、Flask全栈开发、前后端协作、权限系统设计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未来方向：云服务器部署（公网访问）、匿名评价、NLP情感分析、SSO对接</a:t>
            </a:r>
          </a:p>
          <a:p>
            <a:pPr algn="l"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核心体会：AI助手提效显著，但系统设计能力和质量把控仍是开发者的核心素养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谢谢！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646464"/>
                </a:solidFill>
              </a:defRPr>
            </a:pPr>
            <a:r>
              <a:t>GitHub: https://github.com/cty23/project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331</Words>
  <Application>Microsoft Office PowerPoint</Application>
  <PresentationFormat>宽屏</PresentationFormat>
  <Paragraphs>43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天宇 程</cp:lastModifiedBy>
  <cp:revision>2</cp:revision>
  <dcterms:created xsi:type="dcterms:W3CDTF">2013-01-27T09:14:16Z</dcterms:created>
  <dcterms:modified xsi:type="dcterms:W3CDTF">2026-05-24T09:38:32Z</dcterms:modified>
  <cp:category/>
</cp:coreProperties>
</file>