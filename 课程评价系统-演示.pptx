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3366"/>
                </a:solidFill>
              </a:defRPr>
            </a:pPr>
            <a:r>
              <a:t>课程评价系统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46464"/>
                </a:solidFill>
              </a:defRPr>
            </a:pPr>
            <a:r>
              <a:t>人工智能通识课·实践项目</a:t>
            </a:r>
            <a:br/>
            <a:r>
              <a:t>第一类：智能体编程应用开发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项目背景与目标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● 课程评价是高校教学质量保障的重要环节，传统纸质评教效率低、统计难</a:t>
            </a:r>
          </a:p>
          <a:p>
            <a:pPr algn="l"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● 本项目开发一套线上课程评价系统，实现评价的实时采集与自动统计</a:t>
            </a:r>
          </a:p>
          <a:p>
            <a:pPr algn="l"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● 核心目标：构建轻量级、易部署的Web应用，满足日常教学评价需求</a:t>
            </a:r>
          </a:p>
          <a:p>
            <a:pPr algn="l"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● 技术栈：Python Flask + SQLite + HTML/CSS/JS + ECharts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角色设计与权限分流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● 学生（Student）：浏览课程、选课、提交评价（1-5星+文字评语）、查看历史</a:t>
            </a:r>
          </a:p>
          <a:p>
            <a:pPr algn="l"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● 教师（Teacher）：查看评分统计与分布、浏览学生详细评价、导出CSV</a:t>
            </a:r>
          </a:p>
          <a:p>
            <a:pPr algn="l"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● 管理员（Admin）：课程增删改、用户角色管理、全校数据仪表板</a:t>
            </a:r>
          </a:p>
          <a:p>
            <a:pPr algn="l"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● 权限控制：基于RBAC模型，不同角色登录后显示完全不同的功能界面</a:t>
            </a:r>
          </a:p>
          <a:p>
            <a:pPr algn="l"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● 后端API层使用装饰器进行角色校验，防止越权访问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技术架构与数据库设计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● B/S三层架构：表现层（HTML/JS）→ 业务逻辑层（Flask）→ 数据层（SQLite）</a:t>
            </a:r>
          </a:p>
          <a:p>
            <a:pPr algn="l"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● 4张核心数据表：users / courses / enrollments / evaluations</a:t>
            </a:r>
          </a:p>
          <a:p>
            <a:pPr algn="l"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● 前端通过Fetch API异步调用后端RESTful接口，页面无刷新切换内容</a:t>
            </a:r>
          </a:p>
          <a:p>
            <a:pPr algn="l"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● Session-based认证：登录后生成session，各页面加载时验证身份</a:t>
            </a:r>
          </a:p>
          <a:p>
            <a:pPr algn="l"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● ECharts CDN集成，实时查询数据库生成可交互图表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功能演示（截图）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（此处插入登录页截图）</a:t>
            </a:r>
          </a:p>
          <a:p>
            <a:pPr algn="l"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（此处插入学生端截图 — 选课、评价、历史）</a:t>
            </a:r>
          </a:p>
          <a:p>
            <a:pPr algn="l"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（此处插入教师端截图 — 评分统计、评价列表、CSV导出）</a:t>
            </a:r>
          </a:p>
          <a:p>
            <a:pPr algn="l"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（此处插入管理员端截图 — 课程管理、用户管理、数据仪表板）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数据可视化（ECharts）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● 课程平均评分排名柱状图 — 直观比较各课程评价水平</a:t>
            </a:r>
          </a:p>
          <a:p>
            <a:pPr algn="l"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● 评分分布饼图 — 展示1-5星评价的数量和占比</a:t>
            </a:r>
          </a:p>
          <a:p>
            <a:pPr algn="l"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● 选课人数对比图 — 各课程热度一目了然</a:t>
            </a:r>
          </a:p>
          <a:p>
            <a:pPr algn="l"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● 所有图表支持交互式tooltip悬停查看详情</a:t>
            </a:r>
          </a:p>
          <a:p>
            <a:pPr algn="l"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（此处插入ECharts图表截图）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GitHub仓库与代码管理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● 仓库地址：https://github.com/cty23/project（公开）</a:t>
            </a:r>
          </a:p>
          <a:p>
            <a:pPr algn="l"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● 完整项目结构：backend / frontend / database / README / requirements</a:t>
            </a:r>
          </a:p>
          <a:p>
            <a:pPr algn="l"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● 包含完整运行说明：环境要求、安装步骤、启动方法、测试账号</a:t>
            </a:r>
          </a:p>
          <a:p>
            <a:pPr algn="l"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● 版本控制：Git + SSH密钥认证</a:t>
            </a:r>
          </a:p>
          <a:p>
            <a:pPr algn="l"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（此处插入GitHub仓库截图）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总结与展望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● 已完成：3角色权限分流、每角色3+核心功能、ECharts数据可视化、GitHub公开仓库</a:t>
            </a:r>
          </a:p>
          <a:p>
            <a:pPr algn="l"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● 技术收获：实践了AI辅助编程、Flask全栈开发、前后端协作、权限系统设计</a:t>
            </a:r>
          </a:p>
          <a:p>
            <a:pPr algn="l"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● 未来方向：云服务器部署（公网访问）、匿名评价、NLP情感分析、SSO对接</a:t>
            </a:r>
          </a:p>
          <a:p>
            <a:pPr algn="l"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● 核心体会：AI助手提效显著，但系统设计能力和质量把控仍是开发者的核心素养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3366"/>
                </a:solidFill>
              </a:defRPr>
            </a:pPr>
            <a:r>
              <a:t>谢谢！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46464"/>
                </a:solidFill>
              </a:defRPr>
            </a:pPr>
            <a:r>
              <a:t>GitHub: https://github.com/cty23/project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